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3FD8-BEBC-DB12-A1DD-E678BD7B3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FA5519-45A5-9E2A-7F5F-519080A34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6813F-845B-4A16-0327-1060EB63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F5F14-675B-139B-9556-079C70BF5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8E7D2-4694-9FB9-463E-9754C6B8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32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7C22F-B6A9-F01E-ED1E-E00ACB43F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E877-4100-BAB7-1B5A-D4F54181E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53789-A6DE-4EC9-AB70-C491D1D57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B0095-2C6D-AA87-FB9C-4C45B95C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F2CE-4F6A-A10B-CA17-5C289B12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84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AF90-B987-E75C-6917-33136883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DF48C-2158-4A14-6E9A-85F5F2B82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6EBF4-BBF9-66C1-022A-546C28ED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09DD6-6B3E-8669-ED06-69A26DB4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6883-E8B7-B119-A5CC-EFAFFC44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65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89F31-97F9-EF23-FEB6-F5879C7E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2FC6B-7521-294C-36E1-B68262FE6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73915-0BDC-196F-99C6-E47993A6A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A2C33-B7E2-BFA8-EA3A-6E485455F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B050D-7D29-DBCB-5CFA-A78A2FDA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3DA64-6572-607E-5FB3-F8181C93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6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48410-E143-EAEF-9834-FBE04CE3D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6A4EC-AEBE-DC96-8119-841DC02AC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6EF14-8714-244F-F1C9-3846F0E75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E06EC-F52A-F1AC-7D28-5808CEB0B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E9894-F079-B599-20DC-94A7FFFA0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AE1B9-16CB-E646-3640-9035BD6C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408E2F-4251-0A69-9446-46A7DBF12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EFB52-5589-970F-DCC1-C1FDC6D9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97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5C99D-D69C-2884-A4DB-78D1E4C1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32092-C653-23B8-7D07-14CBFEE24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00D3C-977B-5739-0D9F-0AB299B8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3ECDE-495A-CF97-4B9D-62FA27EA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5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BECAA-1EA5-5D08-85F0-5A9E48BC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F235D-3947-F56A-8F27-234E74DEA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BB4E0-4850-1684-D0DB-2B2B560A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72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8A1E-A432-94C6-A877-A44ECA93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FC93D-26B0-1135-BBCF-9862999EE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7EFEE-34F9-B8F6-5121-6E7C85D70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4E27F-87B2-AA87-6CC5-CC578648B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EA12C-44F9-70D0-0872-22A9F8CC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48ED2-8827-9FFF-0281-4DD40F7F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2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B3EF2-4233-1FBB-75A5-F25EF68D2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BA8767-1FA1-4305-853E-7DD7DD561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F5D68-405D-D4C0-6E00-D390A1C23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FD080-6A9D-449D-2531-72685B48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1F473-A1AF-6179-64B3-3CCE6F4D3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4945-D625-0397-AA8F-6960FF59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D130-C388-44BB-C35D-9F4DDF463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97F95-0CFD-3F52-010F-FE20E4DC0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9932C-E8BB-ACB3-578F-30AE7258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732AF-835C-B7C7-E174-4779DDAA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DFA6A-C954-086D-8F55-42763F36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349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557989-A7D5-F7D8-25A4-2EDFD61579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641244-9A51-2F4B-21F1-85D56BF6A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0BDC9-81CE-01AA-7FB5-7B21BC5A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72519-1D9D-F159-0546-461E222A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D7034-4F05-D07E-1D26-A65321222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407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42DF2-B50C-2CB6-B769-9E26D924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98F42-D60A-89B5-0611-4754B72FF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6154E-B78E-9927-8316-D21D14861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7EEAB-BA70-4C4B-8EEC-9FAC64A7853B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75320-9AF5-FFF4-1551-3A1A080E7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342AE-9B26-5CC2-F3B0-3827A4DB2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073C1-8E45-4D43-916C-29C00086D3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93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EB586-E968-DD5B-77B0-4C8AA28EB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Data Analytics Internship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F8615-4D7E-52FB-5EDA-B4F79FBB97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Mukta Halder</a:t>
            </a:r>
          </a:p>
          <a:p>
            <a:r>
              <a:rPr lang="en-US" b="1" dirty="0" err="1">
                <a:solidFill>
                  <a:schemeClr val="bg1">
                    <a:lumMod val="95000"/>
                  </a:schemeClr>
                </a:solidFill>
              </a:rPr>
              <a:t>B.Tech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 Data Science</a:t>
            </a:r>
            <a:endParaRPr lang="en-IN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3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5A828-82C5-269D-36FF-538D0B6DD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17" y="247138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Task 1 &amp; Task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8926B-2CAF-21E3-552C-23447C28F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Task 1:</a:t>
            </a:r>
          </a:p>
          <a:p>
            <a:r>
              <a:rPr lang="en-US" dirty="0">
                <a:solidFill>
                  <a:schemeClr val="bg1"/>
                </a:solidFill>
              </a:rPr>
              <a:t> Data Cleaning</a:t>
            </a:r>
          </a:p>
          <a:p>
            <a:r>
              <a:rPr lang="en-US" dirty="0">
                <a:solidFill>
                  <a:schemeClr val="bg1"/>
                </a:solidFill>
              </a:rPr>
              <a:t> Data Preparation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Task 2:</a:t>
            </a:r>
          </a:p>
          <a:p>
            <a:r>
              <a:rPr lang="en-US" dirty="0">
                <a:solidFill>
                  <a:schemeClr val="bg1"/>
                </a:solidFill>
              </a:rPr>
              <a:t> Exploratory Data Analysis</a:t>
            </a:r>
          </a:p>
          <a:p>
            <a:r>
              <a:rPr lang="en-US" dirty="0">
                <a:solidFill>
                  <a:schemeClr val="bg1"/>
                </a:solidFill>
              </a:rPr>
              <a:t> Business Insights</a:t>
            </a:r>
          </a:p>
          <a:p>
            <a:r>
              <a:rPr lang="en-US" dirty="0">
                <a:solidFill>
                  <a:schemeClr val="bg1"/>
                </a:solidFill>
              </a:rPr>
              <a:t> Data Visualization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415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4D355-1B6D-7A54-5752-A25AC2D2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Task 3 – Dashboarding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4BD51-7CDD-FD0C-83A2-217582FCE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KPI Analysis</a:t>
            </a:r>
          </a:p>
          <a:p>
            <a:r>
              <a:rPr lang="en-US" dirty="0">
                <a:solidFill>
                  <a:schemeClr val="bg1"/>
                </a:solidFill>
              </a:rPr>
              <a:t> Sales Dashboard</a:t>
            </a:r>
          </a:p>
          <a:p>
            <a:r>
              <a:rPr lang="en-US" dirty="0">
                <a:solidFill>
                  <a:schemeClr val="bg1"/>
                </a:solidFill>
              </a:rPr>
              <a:t> Segmentation Analysis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27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5DF24-6558-3CD0-0720-5E40F25FD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Task 4 – Data Storytelling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27496-CC36-D1BF-095E-5A98FFB9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Business Story</a:t>
            </a:r>
          </a:p>
          <a:p>
            <a:r>
              <a:rPr lang="en-US" dirty="0">
                <a:solidFill>
                  <a:schemeClr val="bg1"/>
                </a:solidFill>
              </a:rPr>
              <a:t> Recommendations</a:t>
            </a:r>
          </a:p>
          <a:p>
            <a:r>
              <a:rPr lang="en-US" dirty="0">
                <a:solidFill>
                  <a:schemeClr val="bg1"/>
                </a:solidFill>
              </a:rPr>
              <a:t> Hypothesis Testing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920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B8A04-0706-9035-40E2-847E91DFD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FF00"/>
                </a:solidFill>
              </a:rPr>
              <a:t>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74F9F-873E-E87B-A8BC-39054240F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 Data Cleaning</a:t>
            </a:r>
          </a:p>
          <a:p>
            <a:r>
              <a:rPr lang="en-US" dirty="0">
                <a:solidFill>
                  <a:schemeClr val="bg1"/>
                </a:solidFill>
              </a:rPr>
              <a:t> Data Analysis</a:t>
            </a:r>
          </a:p>
          <a:p>
            <a:r>
              <a:rPr lang="en-US" dirty="0">
                <a:solidFill>
                  <a:schemeClr val="bg1"/>
                </a:solidFill>
              </a:rPr>
              <a:t> Power BI Dashboarding</a:t>
            </a:r>
          </a:p>
          <a:p>
            <a:r>
              <a:rPr lang="en-US" dirty="0">
                <a:solidFill>
                  <a:schemeClr val="bg1"/>
                </a:solidFill>
              </a:rPr>
              <a:t> Data Storytelling</a:t>
            </a:r>
          </a:p>
          <a:p>
            <a:r>
              <a:rPr lang="en-US" dirty="0">
                <a:solidFill>
                  <a:schemeClr val="bg1"/>
                </a:solidFill>
              </a:rPr>
              <a:t> GitHub Portfolio Management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                                          </a:t>
            </a: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IN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152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Data Analytics Internship Portfolio</vt:lpstr>
      <vt:lpstr>Task 1 &amp; Task 2</vt:lpstr>
      <vt:lpstr>Task 3 – Dashboarding</vt:lpstr>
      <vt:lpstr>Task 4 – Data Storytelling</vt:lpstr>
      <vt:lpstr>Key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mukta halder</dc:creator>
  <cp:lastModifiedBy>mukta halder</cp:lastModifiedBy>
  <cp:revision>1</cp:revision>
  <dcterms:created xsi:type="dcterms:W3CDTF">2026-06-08T09:39:22Z</dcterms:created>
  <dcterms:modified xsi:type="dcterms:W3CDTF">2026-06-08T09:40:39Z</dcterms:modified>
</cp:coreProperties>
</file>